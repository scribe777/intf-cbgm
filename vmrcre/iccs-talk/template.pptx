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94"/>
  </p:normalViewPr>
  <p:slideViewPr>
    <p:cSldViewPr snapToGrid="0" showGuides="1">
      <p:cViewPr varScale="1">
        <p:scale>
          <a:sx n="84" d="100"/>
          <a:sy n="84" d="100"/>
        </p:scale>
        <p:origin x="192" y="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87F23F9-A5CD-184A-B9C6-6CBA3B992419}" type="datetimeFigureOut">
              <a:rPr lang="de-DE"/>
              <a:t>25.07.26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9F77439-6101-C544-ABD0-9D0EE70349FE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9F77439-6101-C544-ABD0-9D0EE70349FE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C03D3F-4163-A147-AE59-98149247CC52}" type="datetimeFigureOut">
              <a:rPr lang="de-DE"/>
              <a:t>25.07.26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0F53258-D304-BA4A-98C7-60593EB0642B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650735" y="2007197"/>
            <a:ext cx="10890530" cy="1940036"/>
          </a:xfrm>
        </p:spPr>
        <p:txBody>
          <a:bodyPr>
            <a:noAutofit/>
          </a:bodyPr>
          <a:lstStyle/>
          <a:p>
            <a:pPr>
              <a:lnSpc>
                <a:spcPts val="4560"/>
              </a:lnSpc>
              <a:defRPr/>
            </a:pPr>
            <a:r>
              <a:rPr lang="en-GB" sz="3600" dirty="0">
                <a:latin typeface="Roboto"/>
                <a:ea typeface="Roboto"/>
              </a:rPr>
              <a:t>International Association for Coptic Studies (IACS)</a:t>
            </a:r>
            <a:br>
              <a:rPr lang="en-GB" sz="3600" dirty="0">
                <a:latin typeface="Roboto"/>
                <a:ea typeface="Roboto"/>
              </a:rPr>
            </a:br>
            <a:r>
              <a:rPr lang="en-GB" sz="3600" dirty="0">
                <a:latin typeface="Roboto"/>
                <a:ea typeface="Roboto"/>
              </a:rPr>
              <a:t>13th International Congress of Coptic Studies</a:t>
            </a:r>
            <a:br>
              <a:rPr lang="en-GB" sz="3600" dirty="0">
                <a:latin typeface="Roboto"/>
                <a:ea typeface="Roboto"/>
              </a:rPr>
            </a:br>
            <a:r>
              <a:rPr lang="en-GB" sz="3600" dirty="0">
                <a:latin typeface="Roboto"/>
                <a:ea typeface="Roboto"/>
              </a:rPr>
              <a:t>Göttingen, 27 July – 1 Aug 2026</a:t>
            </a:r>
            <a:endParaRPr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41639" y="624649"/>
            <a:ext cx="2737484" cy="7938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5849" y="5127177"/>
            <a:ext cx="3632194" cy="64320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984638" y="4918957"/>
            <a:ext cx="3257395" cy="981290"/>
          </a:xfrm>
          <a:prstGeom prst="rect">
            <a:avLst/>
          </a:prstGeom>
        </p:spPr>
      </p:pic>
      <p:grpSp>
        <p:nvGrpSpPr>
          <p:cNvPr id="11" name="Gruppieren 10"/>
          <p:cNvGrpSpPr/>
          <p:nvPr/>
        </p:nvGrpSpPr>
        <p:grpSpPr bwMode="auto">
          <a:xfrm>
            <a:off x="4551017" y="4850803"/>
            <a:ext cx="3089965" cy="1117600"/>
            <a:chOff x="4727258" y="4914728"/>
            <a:chExt cx="3089965" cy="1117600"/>
          </a:xfrm>
        </p:grpSpPr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6"/>
            <a:srcRect r="51453"/>
            <a:stretch/>
          </p:blipFill>
          <p:spPr bwMode="auto">
            <a:xfrm>
              <a:off x="4727258" y="4914728"/>
              <a:ext cx="1368742" cy="1117600"/>
            </a:xfrm>
            <a:prstGeom prst="rect">
              <a:avLst/>
            </a:prstGeom>
          </p:spPr>
        </p:pic>
        <p:sp>
          <p:nvSpPr>
            <p:cNvPr id="10" name="Textfeld 9"/>
            <p:cNvSpPr txBox="1"/>
            <p:nvPr/>
          </p:nvSpPr>
          <p:spPr bwMode="auto">
            <a:xfrm>
              <a:off x="6096000" y="5039142"/>
              <a:ext cx="1721223" cy="9471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260"/>
                </a:lnSpc>
                <a:defRPr/>
              </a:pPr>
              <a:r>
                <a:rPr lang="en-GB" sz="1600">
                  <a:solidFill>
                    <a:schemeClr val="bg2">
                      <a:lumMod val="50000"/>
                    </a:schemeClr>
                  </a:solidFill>
                  <a:latin typeface="Lato"/>
                  <a:ea typeface="Lato"/>
                  <a:cs typeface="Lato"/>
                </a:rPr>
                <a:t>International Association for Coptic Studies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Macintosh PowerPoint</Application>
  <DocSecurity>0</DocSecurity>
  <PresentationFormat>Breitbild</PresentationFormat>
  <Paragraphs>3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Lato</vt:lpstr>
      <vt:lpstr>Roboto</vt:lpstr>
      <vt:lpstr>Calibri Light</vt:lpstr>
      <vt:lpstr>Arial</vt:lpstr>
      <vt:lpstr>Calibri</vt:lpstr>
      <vt:lpstr>Office</vt:lpstr>
      <vt:lpstr>International Association for Coptic Studies (IACS) 13th International Congress of Coptic Studies Göttingen, 27 July – 1 Aug 2026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Malte Rosenau</dc:creator>
  <cp:keywords/>
  <dc:description/>
  <cp:lastModifiedBy>Malte Rosenau</cp:lastModifiedBy>
  <cp:revision>11</cp:revision>
  <dcterms:created xsi:type="dcterms:W3CDTF">2026-05-11T07:30:39Z</dcterms:created>
  <dcterms:modified xsi:type="dcterms:W3CDTF">2026-07-25T14:31:07Z</dcterms:modified>
  <cp:category/>
  <dc:identifier/>
  <cp:contentStatus/>
  <dc:language/>
  <cp:version/>
</cp:coreProperties>
</file>